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Strategic Analysis: Agentic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78B4"/>
                </a:solidFill>
              </a:defRPr>
            </a:pPr>
            <a:r>
              <a:t>Claude Code vs. Google Antigravity vs. GitHub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A"/>
                </a:solidFill>
              </a:defRPr>
            </a:pPr>
            <a:r>
              <a:t>March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Strategic Objective: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Collect, enhance, and organize a robust library of open-source and self-developed skills in ./claude/skills/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Key Finding: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Claude Code, Google Antigravity, and GitHub Copilot all support skills invocation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Only Claude Code supports reusable subagents in ./claude/agents/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Critical Advantage: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Subagents are essential for operationalizing complex engineering workflows across the team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Enables hierarchical workflows, parallel execution, and built-in work summarization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Comparison: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Custom Subagents: ✓ YES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Define specialized agents in ./claude/agents/ with full framework support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Each subagent operates with isolated context and can run in parallel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Supports worktree isolation for git-safe concurrent execution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Agents can delegate to other agents, creating hierarchical workflows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Built-in work summarization back to main conversation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Invocation: ✓ YES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Automatically triggers skills based on conversation context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Skills in ./claude/skills/ available globally to main agent and all subagents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Extensibility: COMPREHENSIVE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CLAUDE.md for persistent team context and standards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settings.json for event-driven hooks (automation)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Full MCP server integration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Pricing: $17–20/month individual | $25/seat/month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Comparison: Google Antigravity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Custom Subagents: ✗ NO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No equivalent to ./claude/agents/ framework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Uses implicit 'Manager' views (Task, Plan, Code Review) but cannot define custom agents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Complex orchestration must be guided manually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Invocation: ✓ YES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Supports invoking skills from ./claude/skills/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Recent addition (January 2026), ecosystem still maturing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Extensibility: MODERATE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Unique strength in artifact-based transparency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Lacks native hooks system or CLAUDE.md equivalent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Pricing: Free (preview) | ~$20/month individual (expected later in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Comparison: GitHub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Custom Subagents: ✗ NO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Supports integrated skills but lacks user-defined subagent feature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Cannot define specialized, reusable agents for specific workflow parts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Invocation: ✓ YES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Supports 'Agent Skills' (folders of instructions and scripts)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Can use skills in .github/skills/ or .claude/skills/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Extensibility: MODERATE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Integrates with MCP servers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Supports custom instructions via instructions.md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No native parallel subagent delegation framework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Pricing: $10/month (Pro) | $39/month (Pro+)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Competitive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686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Antigravity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>
                        <a:defRPr sz="1000" b="1">
                          <a:solidFill>
                            <a:srgbClr val="192D55"/>
                          </a:solidFill>
                        </a:defRPr>
                      </a:pPr>
                      <a:r>
                        <a:t>Skill Integration (./claude/skills/)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anchor="ctr"/>
                    <a:lstStyle/>
                    <a:p>
                      <a:pPr>
                        <a:defRPr sz="1000" b="1">
                          <a:solidFill>
                            <a:srgbClr val="192D55"/>
                          </a:solidFill>
                        </a:defRPr>
                      </a:pPr>
                      <a:r>
                        <a:t>Custom Subagents (./claude/agents/)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>
                        <a:defRPr sz="1000" b="1">
                          <a:solidFill>
                            <a:srgbClr val="192D55"/>
                          </a:solidFill>
                        </a:defRPr>
                      </a:pPr>
                      <a:r>
                        <a:t>Team-wide Agent Sharing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❌ Manual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❌ Manual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anchor="ctr"/>
                    <a:lstStyle/>
                    <a:p>
                      <a:pPr>
                        <a:defRPr sz="1000" b="1">
                          <a:solidFill>
                            <a:srgbClr val="192D55"/>
                          </a:solidFill>
                        </a:defRPr>
                      </a:pPr>
                      <a:r>
                        <a:t>Parallel Execution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⚠️ Implicit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>
                        <a:defRPr sz="1000" b="1">
                          <a:solidFill>
                            <a:srgbClr val="192D55"/>
                          </a:solidFill>
                        </a:defRPr>
                      </a:pPr>
                      <a:r>
                        <a:t>Hooks &amp; Automation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⚠️ Limited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 anchor="ctr"/>
                    <a:lstStyle/>
                    <a:p>
                      <a:pPr>
                        <a:defRPr sz="1000" b="1">
                          <a:solidFill>
                            <a:srgbClr val="192D55"/>
                          </a:solidFill>
                        </a:defRPr>
                      </a:pPr>
                      <a:r>
                        <a:t>Artifact Transparency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❌ Chat-only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❌ Chat-only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28650">
                <a:tc>
                  <a:txBody>
                    <a:bodyPr anchor="ctr"/>
                    <a:lstStyle/>
                    <a:p>
                      <a:pPr>
                        <a:defRPr sz="1000" b="1">
                          <a:solidFill>
                            <a:srgbClr val="192D55"/>
                          </a:solidFill>
                        </a:defRPr>
                      </a:pPr>
                      <a:r>
                        <a:t>Starting Cost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$17/month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Free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>
                        <a:defRPr sz="1000"/>
                      </a:pPr>
                      <a:r>
                        <a:t>$10/month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The Central Insight: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As skills are collected and organized, Claude Code is the only platform that allows leverage of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that investment into reusable agents.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Scenario 1: With Claude Code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Define 'React Architecture Specialist' agent once in ./claude/agents/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Every structural review invokes that specific agent automatically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Agent knows patterns, uses relevant skills, works independently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Build logic once, use forever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Scenario 2: With Antigravity or GitHub Copilot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Re-explain context for each task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Manually re-select skills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Manually oversee every workflow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Duplicated effort, not automation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Bottom Line: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Neither Copilot nor Antigravity solve the core challenge: operationalizing engineering DNA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into repeatable, autonomous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Targeted Skills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Planned Skill Domains: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UI &amp; Components: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shadcn-ui, ai-elements, building-components, web-design-guidelines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React &amp; Next.js: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Composition patterns, cache components, upgrade paths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Backend &amp; Auth: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Auth.js integration, MCP server management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Video &amp; Media: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Remotion-based production, streamdown workflows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Automation &amp; Testing: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Browser automation (Playwright), visual regression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Outcome: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Once organized, these skills represent internal best practices. With Claude Code, specialized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agents apply practices consistently rather than relying on manual oversight.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Proposed Rollout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Four-Phase Implementation Strategy: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Phase 1: Software Development Skills &amp; Agents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Core development infrastructure with specialized agents for full-stack engineering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Phase 2: Quality Assurance &amp; Testing Agents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Comprehensive automated testing and quality validation infrastructure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Phase 3: UI/UX Design Agents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Design system governance and consistency through specialized agents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Phase 4: Cybersecurity &amp; Compliance Agents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Security validation and compliance auditing capabilities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Overall Success Metric: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Automate 40% of routine engineering tasks through subagents within 90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Phase 1: Software Development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to Leverage: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Next.js Best Practices: File conventions, RSC boundaries, async patterns, metadata, error handling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Next.js Cache Components: PPR, use cache directive, cacheLife, cacheTag, updateTag optimization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Next.js Upgrade Paths: Automated migration guidance and codemods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React Composition Patterns: Compound components, render props, context providers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React Performance Best Practices: Memoization, code splitting, bundle optimization, hydration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Auth.js Integration: OAuth, credentials provider, environment configuration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MCP Server Skills: Building MCP servers with shared Zod schemas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to Build: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Django, FastAPI, Turborepo, Docker, Kubernetes, CI/CD Pipeline Automation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Automated Software Documentation, Release Management, Test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Phase 1: Specialized Development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Specialized Agents: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React Architecture Specialist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Reviews component structure, enforces composition patterns, identifies prop drilling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Next.js Optimization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Audits configuration, suggests caching strategies, recommends PPR/RSC implementations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Backend Architecture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Validates API design, reviews database patterns, checks authentication flows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DevOps Configuration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Reviews Docker/Kubernetes manifests, validates CI/CD pipelines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Upgrade &amp; Migration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Guides version upgrades, applies codemods, validates breaking changes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Documentation &amp; Release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Generates product specs, technical documentation, release notes, manages changelogs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Phase 2: Quality Assurance &amp; Testing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to Leverage: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Playwright CLI: Browser automation, form filling, screenshots, page navigation, web testing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Browser Automation: Agent-driven interaction, data extraction, workflow testing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Before &amp; After Comparison: Visual regression detection, screenshot documentation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to Build: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Web Application Testing, Python Testing &amp; Connectors, Java Testing &amp; Connectors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API Testing &amp; Validation, Visual Regression Testing, Performance &amp; Load Testing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Standardized Engineering Testing, Advanced Quality Assurance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Specialized Agents: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Web Test Automation Agent • API Testing Agent • Visual Regression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Python Connector Validator Agent • Java Connector Validator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Performance Testing Agent • QA Automation &amp; Resilience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Deliverables: Test automation library + operational QA agents + coverage &amp; baseline repositories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Phase 3: UI/UX Design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to Leverage: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shadcn/ui, ai-elements, building-components, web-design-guidelines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Design System Documentation, JSON Render Core &amp; React, Remotion &amp; Remotion Best Practices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Streamdown: Markdown rendering, syntax highlighting, Mermaid diagrams, CJK support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to Build: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Accessibility Auditing, Design Tokens Management, Component Documentation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Brand &amp; Theming, UX Writing &amp; Microcopy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Five Specialized Agents: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Component Library Specialist Agent • Design System Governance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Accessibility Auditor Agent • UX Content Agent • Design-to-Code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Deliverables: Component &amp; design library + 5 operational design agents + design tokens &amp;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Phase 4: Cybersecurity &amp; Compliance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to Leverage: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Playwright CLI &amp; Browser Automation: Automated security testing, OWASP validation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Skills to Build: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Penetration Testing Framework, Vulnerability Scanning, Compliance Auditing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Infrastructure Security, Security Code Review, API Security Testing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Incident Response &amp; Threat Analysis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Six Specialized Agents: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Security Code Review Agent • Penetration Testing Agent • Compliance Auditor Agent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Vulnerability Scanner Agent • Infrastructure Security Agent • API Security Tester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Deliverables: Security skills library + 6 operational agents + audit reports, testing playbooks,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incident response procedures, and security baseline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 of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Strategic Recommendation: ADOPT CLAUDE CODE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Why Claude Code?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Aligns most closely with strategic goals for agentic workflow automation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Dedicated infrastructure for turning skill collection into autonomous, reusable agents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Only platform supporting custom subagent definition and parallel execution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Alternative Platforms: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GitHub Copilot: Excellent for individual productivity, cost-effective ($10/month)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Google Antigravity: Excellent visual feedback, currently free (preview phase)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Neither solves the core challenge: operationalizing engineering DNA into repeatable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  autonomous workflows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>
                <a:solidFill>
                  <a:srgbClr val="282828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 sz="1400">
                <a:solidFill>
                  <a:srgbClr val="282828"/>
                </a:solidFill>
              </a:defRPr>
            </a:pPr>
            <a:r>
              <a:t>Recommended Next Steps: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Pilot with a small group on the 'React Architecture Review' agent workflow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Validate platform utility and ROI before broader team commitment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Establish skill collection and agent development best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